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4864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6629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SSSC DIGITAL TWIN CONVERTER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640080" y="3429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natID plugin za konverziju MATPOWER modela u digitalni model tokova snage sa SSSC kompenzacijom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25196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4480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Davud Japalak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  |  Projekat: SSSC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upravljanje tokovima snage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Prenosna mreža ima ograničen kapacitet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80160" y="17647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Linije se preopterećuju dok druge ostaju neiskorištene — mreža nije fleksibilna.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803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743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rješava ovaj problem serijski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280160" y="31363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Synchronous Series Compensator injektuje naponski fazor u seriju sa linijom i mijenja efektivnu reaktansu.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114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Potrebna je digitalna simulacija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280160" y="45079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Prije ugradnje uređaja, efekat se mora provjeriti kroz Newton-Raphson tokove snage na digitalnom modelu mreže.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Digital Twin Converter  |  Davud Japalak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Cilj i zahtjevi projekta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Razviti natID plugin koji MATPOWER model konvertuje u digitalni model tokova snage proširen SSSC uređajem.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1122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natID dense/sparse matrice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matrice isključivo natID tipovi, nikad std::vector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2011680"/>
            <a:ext cx="502920" cy="50292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1122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natID GUI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34840" y="3017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Cjelokupan interfejs na natID gui:: biblioteci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92440" y="2011680"/>
            <a:ext cx="502920" cy="50292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21122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konfiguracija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92440" y="30175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Podešavanje SSSC parametara bez izmjene koda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30682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izvršna niza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212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Konverzija + real-time prikaz napretka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0624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34840" y="4206240"/>
            <a:ext cx="502920" cy="50292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430682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test-mreže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34840" y="5212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case9, case30, case118, case300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6384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92440" y="4206240"/>
            <a:ext cx="502920" cy="50292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430682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9244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092440" y="5212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lowerCamelCase, članovi klasa sa _ prefiksom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Digital Twin Converter  |  Davud Japalak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Teorijska osnova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Jednačina bilansa aktivne snage (za svaki čvor mreže):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5F8FA"/>
          </a:solidFill>
          <a:ln/>
        </p:spPr>
      </p:sp>
      <p:pic>
        <p:nvPicPr>
          <p:cNvPr id="5" name="Image 0" descr="assets/eq_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1783080"/>
            <a:ext cx="978408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26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Injekcija snage od SSSC uređaja na čvoru k (from strana):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5F8FA"/>
          </a:solidFill>
          <a:ln/>
        </p:spPr>
      </p:sp>
      <p:pic>
        <p:nvPicPr>
          <p:cNvPr id="8" name="Image 1" descr="assets/eq_sss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0" y="3474720"/>
            <a:ext cx="7315200" cy="777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572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čvoru m (to strana) doprinos ima suprotan predznak </a:t>
            </a:r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osigurava očuvanje snage kroz uređaj (power injection model).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1300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δ</a:t>
            </a:r>
            <a:pPr indent="0" marL="0">
              <a:buNone/>
            </a:pPr>
            <a:r>
              <a:rPr lang="en-US" sz="1300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 fiksni kontrolni parametri (setpoint), podesivi kroz GUI ili XML — bez hardkodiranja.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Digital Twin Converter  |  Davud Japalak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Arhitektura rješenja — tok konverzije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57300" y="1856232"/>
            <a:ext cx="548640" cy="54864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028" y="196596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MATPOWER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(.m fajl)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94360" y="28072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case9 / case30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case118 / case300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60892" y="2350008"/>
            <a:ext cx="216027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2823210" y="16916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1870" y="1856232"/>
            <a:ext cx="548640" cy="54864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598" y="19659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6893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parseMATPOWER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868930" y="28072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bus, branch, gen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35462" y="2350008"/>
            <a:ext cx="216027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5" name="Shape 11"/>
          <p:cNvSpPr/>
          <p:nvPr/>
        </p:nvSpPr>
        <p:spPr>
          <a:xfrm>
            <a:off x="5097780" y="16916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06440" y="1856232"/>
            <a:ext cx="548640" cy="54864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96596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4350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buildYMatrix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143500" y="28072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dense::CmplxMatrix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110032" y="2350008"/>
            <a:ext cx="216027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1" name="Shape 16"/>
          <p:cNvSpPr/>
          <p:nvPr/>
        </p:nvSpPr>
        <p:spPr>
          <a:xfrm>
            <a:off x="7372350" y="16916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81010" y="1856232"/>
            <a:ext cx="548640" cy="54864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738" y="196596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1807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generateDmodl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418070" y="28072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 / Params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NLEs (.dmodl)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9384602" y="2350008"/>
            <a:ext cx="216027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7" name="Shape 21"/>
          <p:cNvSpPr/>
          <p:nvPr/>
        </p:nvSpPr>
        <p:spPr>
          <a:xfrm>
            <a:off x="9646920" y="169164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0B3D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355580" y="1856232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5308" y="1965960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92640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dTwin NL solver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9692640" y="28072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548640" y="3749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041648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554480" y="397764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Dvo-nitna arhitektura (2 threads)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Konverzija se izvodi u worker thread-u; glavni (GUI) thread ostaje odziv i prikazuje traku napretka u realnom vremenu preko gui::thread::asyncExecInMainThread.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Digital Twin Converter  |  Davud Japalak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Ključne implementacione odluke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019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3619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Isključivo natID matrice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193852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Y-bus matrica je dense::CmplxMatrix; ID čvora se mapira u indeks preko std::map — bezbjedno i za nesekvencijalnu numeraciju (case300: 37, 9001...).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383280"/>
            <a:ext cx="594360" cy="5943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50215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13639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kao fiksni parametar, ne nepoznata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353872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V_sssc i δ_sssc su kontrolni setpoint u Params sekciji — sistem ostaje kvadratan (jednak broj jednačina i nepoznatih) za bilo koju veličinu mreže.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983480"/>
            <a:ext cx="594360" cy="5943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1023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73659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bez zamrzavanja GUI-ja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91640" y="513892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 javlja napredak (0–100%) glavnom thread-u nakon svake faze konverzije.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Digital Twin Converter  |  Davud Japalak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Grafički interfejs (natID gui::)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tab — SSSC parametri, XML Load/Save, bez ijednog hardkodiranog broja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64208" y="1344168"/>
            <a:ext cx="8833104" cy="5845886"/>
          </a:xfrm>
          <a:prstGeom prst="roundRect">
            <a:avLst>
              <a:gd name="adj" fmla="val 7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762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ssets/gui_o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17320"/>
            <a:ext cx="8686800" cy="5699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Digital Twin Converter  |  Davud Japalak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Digital Twin Converter  |  Davud Japalak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Testiranje — 4 IEEE test-mreže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645920"/>
                <a:gridCol w="1645920"/>
                <a:gridCol w="45720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slučaj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Broj čvorova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Iteracije (NR)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Finalni 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Napomena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4.15e-07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SSSC na grani 5-6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9.62e-10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SSSC na grani 1-2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case118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8.43e-12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SSSC na grani 5-6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2.38e-11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Nesekvencijalna numeracija (37, 9001...)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8862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6052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760" y="4041648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Otkriven i riješen bag tokom testiranja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case300 je rušio aplikaciju — pretpostavka "indeks = ID − 1" nije važila za nesekvencijalnu numeraciju busova, izazivajući pristup van granica matrice. Riješeno mapiranjem ID → indeks preko std::map.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Digital Twin Converter  |  Davud Japalak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Rezultati — konvergencija Newton-Raphson metode</a:t>
            </a:r>
            <a:endParaRPr lang="en-US" sz="2500" dirty="0"/>
          </a:p>
        </p:txBody>
      </p:sp>
      <p:pic>
        <p:nvPicPr>
          <p:cNvPr id="3" name="Image 0" descr="assets/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863840" cy="5242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0" y="1280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595360" y="19385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iteracija do konvergencije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95360" y="2697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&lt;10⁻⁷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595360" y="33558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finalna norma reziduala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0" y="41148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595360" y="47731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čvorova u najvećem test-slučaju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SSSC Digital Twin Converter  |  Davud Japalak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1907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6184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natID plugin za SSSC power-flow konverziju, potpuno usklađen sa uputstvom projekta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744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22768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matrice — natID dense::CmplxMatrix; GUI — isključivo natID gui::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358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9352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Konfigurabilan kroz GUI i XML, bez hardkodiranja parametara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94176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35935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Dvo-nitna arhitektura sa real-time prikazom napretka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52544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42519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Verifikovano na 4 IEEE mreže (9 do 300 čvorova), sve konvergiraju do mašinske preciznosti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640080" y="512064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640080" y="5303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pažnji!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SSSC Digital Twin Converter</dc:title>
  <dc:subject>PptxGenJS Presentation</dc:subject>
  <dc:creator>Davud Japalak</dc:creator>
  <cp:lastModifiedBy>Davud Japalak</cp:lastModifiedBy>
  <cp:revision>1</cp:revision>
  <dcterms:created xsi:type="dcterms:W3CDTF">2026-07-06T16:21:25Z</dcterms:created>
  <dcterms:modified xsi:type="dcterms:W3CDTF">2026-07-06T16:21:25Z</dcterms:modified>
</cp:coreProperties>
</file>